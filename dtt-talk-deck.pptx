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8"/>
  </p:notesMasterIdLst>
  <p:sldIdLst>
    <p:sldId id="291" r:id="rId2"/>
    <p:sldId id="292" r:id="rId3"/>
    <p:sldId id="293" r:id="rId4"/>
    <p:sldId id="321" r:id="rId5"/>
    <p:sldId id="302" r:id="rId6"/>
    <p:sldId id="303" r:id="rId7"/>
    <p:sldId id="304" r:id="rId8"/>
    <p:sldId id="305" r:id="rId9"/>
    <p:sldId id="299" r:id="rId10"/>
    <p:sldId id="300" r:id="rId11"/>
    <p:sldId id="323" r:id="rId12"/>
    <p:sldId id="294" r:id="rId13"/>
    <p:sldId id="319" r:id="rId14"/>
    <p:sldId id="295" r:id="rId15"/>
    <p:sldId id="296" r:id="rId16"/>
    <p:sldId id="297" r:id="rId17"/>
    <p:sldId id="298" r:id="rId18"/>
    <p:sldId id="310" r:id="rId19"/>
    <p:sldId id="311" r:id="rId20"/>
    <p:sldId id="312" r:id="rId21"/>
    <p:sldId id="314" r:id="rId22"/>
    <p:sldId id="315" r:id="rId23"/>
    <p:sldId id="316" r:id="rId24"/>
    <p:sldId id="317" r:id="rId25"/>
    <p:sldId id="318" r:id="rId26"/>
    <p:sldId id="322" r:id="rId27"/>
  </p:sldIdLst>
  <p:sldSz cx="24384000" cy="13716000"/>
  <p:notesSz cx="6858000" cy="9144000"/>
  <p:embeddedFontLst>
    <p:embeddedFont>
      <p:font typeface="Averia Serif Libre" panose="02000603000000000004" pitchFamily="2" charset="0"/>
      <p:regular r:id="rId29"/>
      <p:bold r:id="rId30"/>
      <p:italic r:id="rId31"/>
      <p:boldItalic r:id="rId32"/>
    </p:embeddedFont>
    <p:embeddedFont>
      <p:font typeface="Helvetica Neue" panose="02000503000000020004" pitchFamily="2" charset="0"/>
      <p:regular r:id="rId33"/>
      <p:bold r:id="rId34"/>
      <p:italic r:id="rId35"/>
      <p:boldItalic r:id="rId36"/>
    </p:embeddedFont>
    <p:embeddedFont>
      <p:font typeface="Helvetica Neue Light" panose="02000403000000020004" pitchFamily="2" charset="0"/>
      <p:regular r:id="rId37"/>
      <p:bold r:id="rId38"/>
      <p:italic r:id="rId39"/>
      <p:boldItalic r:id="rId40"/>
    </p:embeddedFont>
    <p:embeddedFont>
      <p:font typeface="Poppins" pitchFamily="2" charset="77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60" d="100"/>
          <a:sy n="60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</a:t>
            </a:r>
            <a:r>
              <a:rPr lang="en-US"/>
              <a:t>and the repo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793</Words>
  <Application>Microsoft Macintosh PowerPoint</Application>
  <PresentationFormat>Custom</PresentationFormat>
  <Paragraphs>155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Averia Serif Libre</vt:lpstr>
      <vt:lpstr>Courier New</vt:lpstr>
      <vt:lpstr>Poppins</vt:lpstr>
      <vt:lpstr>Helvetica Neue Light</vt:lpstr>
      <vt:lpstr>Arial</vt:lpstr>
      <vt:lpstr>Helvetica Neue</vt:lpstr>
      <vt:lpstr>MidCamp</vt:lpstr>
      <vt:lpstr>PowerPoint Presentation</vt:lpstr>
      <vt:lpstr>PowerPoint Presentation</vt:lpstr>
      <vt:lpstr>         TESTING IN DRUPAL IS… A LOT.</vt:lpstr>
      <vt:lpstr>Show of hands.</vt:lpstr>
      <vt:lpstr>         TESTS ARE PART OF THE WORK.</vt:lpstr>
      <vt:lpstr>How do I convince my client to pay for automated testing? </vt:lpstr>
      <vt:lpstr>PowerPoint Presentation</vt:lpstr>
      <vt:lpstr>Things you don’t itemize on a quote</vt:lpstr>
      <vt:lpstr>         WHAT TO TEST. WHAT TO SKIP.</vt:lpstr>
      <vt:lpstr>TEST … OR DON’T BOTHER?</vt:lpstr>
      <vt:lpstr>But how?!?!?!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12</cp:revision>
  <dcterms:modified xsi:type="dcterms:W3CDTF">2026-05-09T16:09:54Z</dcterms:modified>
</cp:coreProperties>
</file>