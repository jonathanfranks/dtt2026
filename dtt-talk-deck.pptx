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8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3" r:id="rId11"/>
    <p:sldId id="293" r:id="rId12"/>
    <p:sldId id="294" r:id="rId13"/>
    <p:sldId id="319" r:id="rId14"/>
    <p:sldId id="295" r:id="rId15"/>
    <p:sldId id="296" r:id="rId16"/>
    <p:sldId id="297" r:id="rId17"/>
    <p:sldId id="298" r:id="rId18"/>
    <p:sldId id="310" r:id="rId19"/>
    <p:sldId id="311" r:id="rId20"/>
    <p:sldId id="312" r:id="rId21"/>
    <p:sldId id="314" r:id="rId22"/>
    <p:sldId id="317" r:id="rId23"/>
    <p:sldId id="318" r:id="rId24"/>
    <p:sldId id="315" r:id="rId25"/>
    <p:sldId id="316" r:id="rId26"/>
    <p:sldId id="322" r:id="rId27"/>
  </p:sldIdLst>
  <p:sldSz cx="24384000" cy="13716000"/>
  <p:notesSz cx="6858000" cy="9144000"/>
  <p:embeddedFontLst>
    <p:embeddedFont>
      <p:font typeface="Averia Serif Libre" panose="02000603000000000004" pitchFamily="2" charset="0"/>
      <p:regular r:id="rId29"/>
      <p:bold r:id="rId30"/>
      <p:italic r:id="rId31"/>
      <p:boldItalic r:id="rId32"/>
    </p:embeddedFont>
    <p:embeddedFont>
      <p:font typeface="Helvetica Neue" panose="02000503000000020004" pitchFamily="2" charset="0"/>
      <p:regular r:id="rId33"/>
      <p:bold r:id="rId34"/>
      <p:italic r:id="rId35"/>
      <p:boldItalic r:id="rId36"/>
    </p:embeddedFont>
    <p:embeddedFont>
      <p:font typeface="Helvetica Neue Light" panose="02000403000000020004" pitchFamily="2" charset="0"/>
      <p:regular r:id="rId37"/>
      <p:bold r:id="rId38"/>
      <p:italic r:id="rId39"/>
      <p:boldItalic r:id="rId40"/>
    </p:embeddedFont>
    <p:embeddedFont>
      <p:font typeface="Poppins" pitchFamily="2" charset="77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91"/>
    <p:restoredTop sz="94689"/>
  </p:normalViewPr>
  <p:slideViewPr>
    <p:cSldViewPr snapToGrid="0">
      <p:cViewPr varScale="1">
        <p:scale>
          <a:sx n="124" d="100"/>
          <a:sy n="124" d="100"/>
        </p:scale>
        <p:origin x="23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812</Words>
  <Application>Microsoft Macintosh PowerPoint</Application>
  <PresentationFormat>Custom</PresentationFormat>
  <Paragraphs>156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Courier New</vt:lpstr>
      <vt:lpstr>Averia Serif Libre</vt:lpstr>
      <vt:lpstr>Arial</vt:lpstr>
      <vt:lpstr>Poppins</vt:lpstr>
      <vt:lpstr>Helvetica Neue</vt:lpstr>
      <vt:lpstr>Helvetica Neue Light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15</cp:revision>
  <dcterms:modified xsi:type="dcterms:W3CDTF">2026-05-10T21:18:20Z</dcterms:modified>
</cp:coreProperties>
</file>